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using digital tools (%)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61</c:v>
                </c:pt>
                <c:pt idx="2">
                  <c:v>74</c:v>
                </c:pt>
                <c:pt idx="3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89-4654-AA1D-77E5B54C4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48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Background template, bullets, transition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Graph/chart included. Animation can be applied to chart in PowerPoint. Transition: Wipe.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Table, time element, transition and timing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Sound insertion location is provided; hyperlink is active; transition is applied. Add audio file through Insert &gt; Audio if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Hyperlink active. Transition and timing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1389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9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942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43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0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58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4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7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63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5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90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384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u.ac.i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u.ac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PRESENTATION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82A43"/>
                </a:solidFill>
                <a:latin typeface="Aptos"/>
              </a:rPr>
              <a:t>Smart Campus: Technology for Better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727" y="1111251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2D2D2D"/>
                </a:solidFill>
                <a:latin typeface="Aptos"/>
              </a:rPr>
              <a:t>A 5-slide multimedia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075" y="1897951"/>
            <a:ext cx="68580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3200" dirty="0"/>
              <a:t>• Connected classrooms and digital resources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3200" dirty="0"/>
              <a:t>• Data-driven student support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3200" dirty="0"/>
              <a:t>• Collaborative learning spaces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3200" dirty="0"/>
              <a:t>• Secure and sustainable campus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3602736"/>
            <a:ext cx="3154680" cy="2592324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0" y="4128516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Aptos"/>
              </a:rPr>
              <a:t>SMART
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508406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EAB246"/>
                </a:solidFill>
                <a:latin typeface="Aptos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800" b="0" i="0" dirty="0">
              <a:solidFill>
                <a:srgbClr val="646464"/>
              </a:solidFill>
              <a:latin typeface="Aptos"/>
            </a:endParaRPr>
          </a:p>
          <a:p>
            <a:pPr algn="l"/>
            <a:endParaRPr sz="800" b="0" i="0" dirty="0">
              <a:solidFill>
                <a:srgbClr val="646464"/>
              </a:solidFill>
              <a:latin typeface="Apto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B18D1E-6BCB-EF90-9333-420AB2978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9" y="164591"/>
            <a:ext cx="2667190" cy="239238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Digital Learning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Graph + visual illustration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7160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8412480" y="1645920"/>
            <a:ext cx="2194560" cy="219456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82A43"/>
                </a:solidFill>
                <a:latin typeface="Aptos"/>
              </a:rPr>
              <a:t>Visual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8578" y="4454013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D2D2D"/>
                </a:solidFill>
                <a:latin typeface="Aptos"/>
              </a:rPr>
              <a:t>Adoption rises with access, training and support.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82A43"/>
                </a:solidFill>
                <a:latin typeface="Aptos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82A43"/>
                </a:solidFill>
                <a:latin typeface="Aptos"/>
              </a:rPr>
              <a:t>Smart Campus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Aptos"/>
              </a:rPr>
              <a:t>Table + time schedule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01134"/>
              </p:ext>
            </p:extLst>
          </p:nvPr>
        </p:nvGraphicFramePr>
        <p:xfrm>
          <a:off x="594360" y="1325880"/>
          <a:ext cx="75895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Action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Time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Wi-Fi upgrade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IT Cell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100% blocks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Q1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Smart labs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/>
                        <a:t>Department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4 labs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Digital library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/>
                        <a:t>Library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All students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Q3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Security audit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Admin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/>
                        <a:t>Q4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508760"/>
            <a:ext cx="2651760" cy="2377440"/>
          </a:xfrm>
          <a:prstGeom prst="roundRect">
            <a:avLst/>
          </a:prstGeom>
          <a:solidFill>
            <a:srgbClr val="DFF1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869680" y="1874519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870BE"/>
                </a:solidFill>
                <a:latin typeface="Aptos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56032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82A43"/>
                </a:solidFill>
                <a:latin typeface="Aptos"/>
              </a:rPr>
              <a:t>~ 8 min
presentation</a:t>
            </a:r>
          </a:p>
        </p:txBody>
      </p:sp>
    </p:spTree>
  </p:cSld>
  <p:clrMapOvr>
    <a:masterClrMapping/>
  </p:clrMapOvr>
  <p:transition spd="med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Bell MT" panose="02020503060305020303" pitchFamily="18" charset="0"/>
              </a:rPr>
              <a:t>MULTIMEDIA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Bell MT" panose="02020503060305020303" pitchFamily="18" charset="0"/>
              </a:rPr>
              <a:t>Multimedia &amp;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Bell MT" panose="02020503060305020303" pitchFamily="18" charset="0"/>
              </a:rPr>
              <a:t>Sound, hyperlink, animation and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754880" cy="3657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870BE"/>
                </a:solidFill>
                <a:latin typeface="Bell MT" panose="02020503060305020303" pitchFamily="18" charset="0"/>
              </a:rPr>
              <a:t>SOUND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023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D2D2D"/>
                </a:solidFill>
                <a:latin typeface="Bell MT" panose="02020503060305020303" pitchFamily="18" charset="0"/>
              </a:rPr>
              <a:t>Campus ambience / intro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5A"/>
                </a:solidFill>
                <a:latin typeface="Bell MT" panose="02020503060305020303" pitchFamily="18" charset="0"/>
              </a:rPr>
              <a:t>Insert → Audio → Audio on My 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82A43"/>
                </a:solidFill>
                <a:latin typeface="Bell MT" panose="02020503060305020303" pitchFamily="18" charset="0"/>
              </a:rPr>
              <a:t>Interactive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29768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• Animated title entrance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• Slide transition: Fade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• Hyperlink to AMU website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6766560" y="438912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870BE"/>
                </a:solidFill>
                <a:latin typeface="Bell MT" panose="02020503060305020303" pitchFamily="18" charset="0"/>
              </a:rPr>
              <a:t>Open AMU website →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Technology works best when people and processes are ready too.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Invest in access and reliable infrastructure.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Measure adoption, not just equipment.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Train users and review results regularly.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71600"/>
            <a:ext cx="3474720" cy="283464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AB246"/>
                </a:solidFill>
                <a:latin typeface="Aptos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Pilot • Measure • Improve</a:t>
            </a: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09244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Visit AMU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0749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870BE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800" b="0" i="0" dirty="0">
              <a:solidFill>
                <a:srgbClr val="646464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269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Bell MT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CSD</cp:lastModifiedBy>
  <cp:revision>5</cp:revision>
  <dcterms:created xsi:type="dcterms:W3CDTF">2013-01-27T09:14:16Z</dcterms:created>
  <dcterms:modified xsi:type="dcterms:W3CDTF">2026-08-13T09:57:21Z</dcterms:modified>
  <cp:category/>
</cp:coreProperties>
</file>