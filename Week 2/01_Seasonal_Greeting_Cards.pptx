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7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45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70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848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reveal seasonal graphics. Transition: push. Timing: 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reveal seasonal graphics. Transition: wipe. Timing: 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reveal seasonal graphics. Transition: split. Timing: 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reveal seasonal graphics. Transition: fade. Timing: 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3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9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0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0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7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0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6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3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11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53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6847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00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2196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43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32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5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11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1">
                <a:solidFill>
                  <a:srgbClr val="182A43"/>
                </a:solidFill>
                <a:latin typeface="Aptos"/>
              </a:rPr>
              <a:t>SPRING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2D9169"/>
                </a:solidFill>
                <a:latin typeface="Aptos"/>
              </a:rPr>
              <a:t>Happy Spring!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6675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 dirty="0">
                <a:solidFill>
                  <a:srgbClr val="2D2D2D"/>
                </a:solidFill>
                <a:latin typeface="Arial Black" panose="020B0A04020102020204" pitchFamily="34" charset="0"/>
              </a:rPr>
              <a:t>May your days bloom with joy, hope and new beginnings.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2D9169"/>
                </a:solidFill>
                <a:latin typeface="Aptos"/>
              </a:rPr>
              <a:t>FLOWERS  •  NEW BEGINNINGS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69080"/>
            <a:ext cx="7315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i="1"/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182A43"/>
                </a:solidFill>
                <a:latin typeface="Aptos"/>
              </a:rPr>
              <a:t>Season's Greetings!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1">
                <a:solidFill>
                  <a:srgbClr val="182A43"/>
                </a:solidFill>
                <a:latin typeface="Aptos"/>
              </a:rPr>
              <a:t>SUMMER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DC9119"/>
                </a:solidFill>
                <a:latin typeface="Aptos"/>
              </a:rPr>
              <a:t>Sunny Summer Wishes!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6675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2D2D2D"/>
                </a:solidFill>
                <a:latin typeface="Aptos"/>
              </a:rPr>
              <a:t>May your summer be bright, refreshing and full of fun!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DC9119"/>
                </a:solidFill>
                <a:latin typeface="Aptos"/>
              </a:rPr>
              <a:t>SUN  •  BEACH  •  FUN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69080"/>
            <a:ext cx="7315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182A43"/>
                </a:solidFill>
                <a:latin typeface="Aptos"/>
              </a:rPr>
              <a:t>Season's Greetings!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i="1"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1">
                <a:solidFill>
                  <a:srgbClr val="182A43"/>
                </a:solidFill>
                <a:latin typeface="Aptos"/>
              </a:rPr>
              <a:t>AUTUMN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AA5A2D"/>
                </a:solidFill>
                <a:latin typeface="Aptos"/>
              </a:rPr>
              <a:t>Happy Autumn!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6675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2D2D2D"/>
                </a:solidFill>
                <a:latin typeface="Aptos"/>
              </a:rPr>
              <a:t>May this season bring cozy moments, gratitude and beautiful memories.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AA5A2D"/>
                </a:solidFill>
                <a:latin typeface="Aptos"/>
              </a:rPr>
              <a:t>LEAVES  •  WARMTH  •  GRATITUDE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69080"/>
            <a:ext cx="7315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i="1"/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182A43"/>
                </a:solidFill>
                <a:latin typeface="Aptos"/>
              </a:rPr>
              <a:t>Season's Greetings!</a:t>
            </a:r>
          </a:p>
        </p:txBody>
      </p:sp>
    </p:spTree>
  </p:cSld>
  <p:clrMapOvr>
    <a:masterClrMapping/>
  </p:clrMapOvr>
  <p:transition spd="med"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i="1"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1">
                <a:solidFill>
                  <a:srgbClr val="182A43"/>
                </a:solidFill>
                <a:latin typeface="Aptos"/>
              </a:rPr>
              <a:t>WINTER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2870BE"/>
                </a:solidFill>
                <a:latin typeface="Aptos"/>
              </a:rPr>
              <a:t>Happy Winter!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6675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2D2D2D"/>
                </a:solidFill>
                <a:latin typeface="Aptos"/>
              </a:rPr>
              <a:t>May your winter be peaceful, cozy and full of cheer.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2870BE"/>
                </a:solidFill>
                <a:latin typeface="Aptos"/>
              </a:rPr>
              <a:t>SNOW  •  PEACE  •  CHEER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69080"/>
            <a:ext cx="7315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i="1"/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182A43"/>
                </a:solidFill>
                <a:latin typeface="Aptos"/>
              </a:rPr>
              <a:t>Season's Greetings!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156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Arial Black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CSD</cp:lastModifiedBy>
  <cp:revision>4</cp:revision>
  <dcterms:created xsi:type="dcterms:W3CDTF">2013-01-27T09:14:16Z</dcterms:created>
  <dcterms:modified xsi:type="dcterms:W3CDTF">2026-08-18T07:21:04Z</dcterms:modified>
  <cp:category/>
</cp:coreProperties>
</file>