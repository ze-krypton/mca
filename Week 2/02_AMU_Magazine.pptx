
<file path=[Content_Types].xml><?xml version="1.0" encoding="utf-8"?>
<Types xmlns="http://schemas.openxmlformats.org/package/2006/content-types">
  <Default Extension="bmp" ContentType="image/bmp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66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373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Theme, picture/clipart and WordArt-style title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bmp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84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1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solidFill>
            <a:schemeClr val="bg2"/>
          </a:solidFill>
          <a:ln w="9525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84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947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61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2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21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4693" y="237744"/>
            <a:ext cx="8633081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16" name="Rectangle 15"/>
          <p:cNvSpPr/>
          <p:nvPr/>
        </p:nvSpPr>
        <p:spPr>
          <a:xfrm>
            <a:off x="371856" y="374904"/>
            <a:ext cx="8353044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575" y="704850"/>
            <a:ext cx="7562850" cy="51435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39158" y="6214535"/>
            <a:ext cx="5184648" cy="256032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2767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tx1"/>
          </a:solidFill>
          <a:ln w="6350" cap="sq">
            <a:solidFill>
              <a:schemeClr val="tx1">
                <a:lumMod val="7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601076" cy="6382512"/>
          </a:xfrm>
          <a:solidFill>
            <a:srgbClr val="808080"/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2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23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39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bg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173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7" r:id="rId1"/>
    <p:sldLayoutId id="2147483968" r:id="rId2"/>
    <p:sldLayoutId id="2147483969" r:id="rId3"/>
    <p:sldLayoutId id="2147483970" r:id="rId4"/>
    <p:sldLayoutId id="2147483971" r:id="rId5"/>
    <p:sldLayoutId id="2147483972" r:id="rId6"/>
    <p:sldLayoutId id="2147483973" r:id="rId7"/>
    <p:sldLayoutId id="2147483974" r:id="rId8"/>
    <p:sldLayoutId id="2147483975" r:id="rId9"/>
    <p:sldLayoutId id="2147483976" r:id="rId10"/>
    <p:sldLayoutId id="21474839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AMU MAGAZINE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943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870BE"/>
                </a:solidFill>
                <a:latin typeface="Aptos"/>
              </a:rPr>
              <a:t>AMU CAMPUS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74066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 dirty="0">
                <a:solidFill>
                  <a:srgbClr val="182A43"/>
                </a:solidFill>
                <a:latin typeface="Arial Black"/>
              </a:rPr>
              <a:t>AMU MAGAZINE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EAB246"/>
                </a:solidFill>
                <a:latin typeface="Aptos"/>
              </a:rPr>
              <a:t>CAMPUS • CULTURE • COMMUNITY</a:t>
            </a:r>
          </a:p>
        </p:txBody>
      </p:sp>
      <p:sp>
        <p:nvSpPr>
          <p:cNvPr id="7" name="Oval 6"/>
          <p:cNvSpPr/>
          <p:nvPr/>
        </p:nvSpPr>
        <p:spPr>
          <a:xfrm>
            <a:off x="8503920" y="891541"/>
            <a:ext cx="2194560" cy="219456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080" y="3088958"/>
            <a:ext cx="10789920" cy="23317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82A43"/>
                </a:solidFill>
                <a:latin typeface="Aptos"/>
              </a:rPr>
              <a:t>Inside this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5623560" cy="1087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b="1" dirty="0">
                <a:solidFill>
                  <a:schemeClr val="bg2"/>
                </a:solidFill>
              </a:rPr>
              <a:t>• Student achievements &amp; innovation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b="1" dirty="0">
                <a:solidFill>
                  <a:schemeClr val="bg2"/>
                </a:solidFill>
              </a:rPr>
              <a:t>• Campus events and clubs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rPr b="1" dirty="0">
                <a:solidFill>
                  <a:schemeClr val="bg2"/>
                </a:solidFill>
              </a:rPr>
              <a:t>• Technology, careers &amp; 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91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2870BE"/>
                </a:solidFill>
                <a:latin typeface="Aptos"/>
              </a:rPr>
              <a:t>ISSUE 01  |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9776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2D9169"/>
                </a:solidFill>
                <a:latin typeface="Aptos"/>
              </a:rPr>
              <a:t>Discover • Connect • Inspire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00B050"/>
                </a:solidFill>
                <a:latin typeface="Aptos"/>
              </a:rPr>
              <a:t>Student Innovation Spotlight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2D050"/>
                </a:solidFill>
                <a:latin typeface="Aptos"/>
              </a:rPr>
              <a:t>Turning ideas into useful solutions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2103120" cy="2103120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46120" y="1554480"/>
            <a:ext cx="7680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latin typeface="Aptos"/>
              </a:rPr>
              <a:t>BUILDING FOR TOMORROW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103120"/>
            <a:ext cx="73152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• Teamwork converts concepts into prototypes.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• Problem-solving grows through practical projects.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rPr dirty="0">
                <a:solidFill>
                  <a:srgbClr val="92D050"/>
                </a:solidFill>
              </a:rPr>
              <a:t>• Communication helps ideas reach the community.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389120"/>
            <a:ext cx="7132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464515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82A43"/>
                </a:solidFill>
                <a:latin typeface="Aptos"/>
              </a:rPr>
              <a:t>Learn • Experiment • Share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autoRev="1" fill="remov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autoRev="1" fill="remov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7" presetClass="emph" presetSubtype="0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autoRev="1" fill="remov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7" dur="250" autoRev="1" fill="remov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250" autoRev="1" fill="remov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250" autoRev="1" fill="remove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B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0" y="16459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82A43"/>
                </a:solidFill>
                <a:latin typeface="Aptos"/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2A43"/>
                </a:solidFill>
                <a:latin typeface="Aptos"/>
              </a:rPr>
              <a:t>What's Happening on Campus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Aptos"/>
              </a:rPr>
              <a:t>A quick look at the month ahead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117438"/>
              </p:ext>
            </p:extLst>
          </p:nvPr>
        </p:nvGraphicFramePr>
        <p:xfrm>
          <a:off x="731520" y="141732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Event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Date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Venue</a:t>
                      </a:r>
                    </a:p>
                  </a:txBody>
                  <a:tcPr marL="54864" marR="54864" marT="27432" marB="27432">
                    <a:solidFill>
                      <a:srgbClr val="18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Arial Black" panose="020B0A04020102020204" pitchFamily="34" charset="0"/>
                        </a:rPr>
                        <a:t>Tech Talk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10 Aug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Seminar Hall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Coding Sprint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Arial Black" panose="020B0A04020102020204" pitchFamily="34" charset="0"/>
                        </a:rPr>
                        <a:t>16 Aug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Lab I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Cultural Evening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Arial Black" panose="020B0A04020102020204" pitchFamily="34" charset="0"/>
                        </a:rPr>
                        <a:t>22 Aug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Auditorium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Career Workshop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>
                          <a:latin typeface="Arial Black" panose="020B0A04020102020204" pitchFamily="34" charset="0"/>
                        </a:rPr>
                        <a:t>28 Aug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Aptos"/>
                        </a:defRPr>
                      </a:pPr>
                      <a:r>
                        <a:rPr dirty="0">
                          <a:latin typeface="Arial Black" panose="020B0A04020102020204" pitchFamily="34" charset="0"/>
                        </a:rPr>
                        <a:t>Conference Room</a:t>
                      </a:r>
                    </a:p>
                  </a:txBody>
                  <a:tcPr marL="54864" marR="54864" marT="27432" marB="27432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566160" y="52120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AB246"/>
                </a:solidFill>
                <a:latin typeface="Aptos"/>
              </a:rPr>
              <a:t>Mark your calendar!</a:t>
            </a:r>
          </a:p>
        </p:txBody>
      </p:sp>
    </p:spTree>
  </p:cSld>
  <p:clrMapOvr>
    <a:masterClrMapping/>
  </p:clrMapOvr>
  <p:transition spd="med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8</TotalTime>
  <Words>131</Words>
  <Application>Microsoft Office PowerPoint</Application>
  <PresentationFormat>Widescreen</PresentationFormat>
  <Paragraphs>38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Arial Black</vt:lpstr>
      <vt:lpstr>Century Gothic</vt:lpstr>
      <vt:lpstr>Savon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CSD</cp:lastModifiedBy>
  <cp:revision>4</cp:revision>
  <dcterms:created xsi:type="dcterms:W3CDTF">2013-01-27T09:14:16Z</dcterms:created>
  <dcterms:modified xsi:type="dcterms:W3CDTF">2026-08-13T09:33:53Z</dcterms:modified>
  <cp:category/>
</cp:coreProperties>
</file>