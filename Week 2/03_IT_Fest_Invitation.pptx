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03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Animation: title entrance. Transition: Fade. Timing: 8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5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82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47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6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58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8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28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3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69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17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7282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67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51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59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9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6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013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INVITATION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1">
                <a:solidFill>
                  <a:srgbClr val="2870BE"/>
                </a:solidFill>
                <a:latin typeface="Arial Black"/>
              </a:rPr>
              <a:t>YOU'RE INVITED!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691640"/>
            <a:ext cx="9052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AB246"/>
                </a:solidFill>
                <a:latin typeface="Aptos"/>
              </a:rPr>
              <a:t>IT FEST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82A43"/>
                </a:solidFill>
                <a:latin typeface="Aptos"/>
              </a:rPr>
              <a:t>Department of Computer Science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44040" y="2877502"/>
            <a:ext cx="85039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2240280" y="3246120"/>
            <a:ext cx="7680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2D2D2D"/>
                </a:solidFill>
                <a:latin typeface="Aptos"/>
              </a:rPr>
              <a:t>Join us for a day of technology, creativity and fun.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3886200"/>
            <a:ext cx="7680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870BE"/>
                </a:solidFill>
                <a:latin typeface="Aptos"/>
              </a:rPr>
              <a:t>12 September 2026  •  10:00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4389120"/>
            <a:ext cx="768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D2D2D"/>
                </a:solidFill>
                <a:latin typeface="Aptos"/>
              </a:rPr>
              <a:t>Department Campus • Main Auditorium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577840"/>
            <a:ext cx="8869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chemeClr val="accent1"/>
                </a:solidFill>
                <a:latin typeface="Aptos"/>
              </a:rPr>
              <a:t>Coding  •  Quiz  •  Robotics  •  Gaming  •  Innovation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DB2660-A5FE-422F-6165-1E9EC9D08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52" y="217539"/>
            <a:ext cx="1571625" cy="14097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 i="0" dirty="0">
                <a:solidFill>
                  <a:srgbClr val="182A43"/>
                </a:solidFill>
                <a:latin typeface="Aptos"/>
              </a:rPr>
              <a:t>IT Fest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881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 dirty="0">
                <a:solidFill>
                  <a:srgbClr val="2D2D2D"/>
                </a:solidFill>
                <a:latin typeface="Aptos"/>
              </a:rPr>
              <a:t>Everyone in the department is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9" y="2049135"/>
            <a:ext cx="5925312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sz="2800" b="1" i="1" dirty="0"/>
              <a:t>• Opening ceremony &amp; keynote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sz="2800" b="1" i="1" dirty="0"/>
              <a:t>• Technical competitions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sz="2800" b="1" i="1" dirty="0"/>
              <a:t>• Project showcase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sz="2800" b="1" i="1" dirty="0"/>
              <a:t>• Fun zone and refreshments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rPr sz="2800" b="1" i="1" dirty="0"/>
              <a:t>• Prize distribution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508760"/>
            <a:ext cx="3749039" cy="3017520"/>
          </a:xfrm>
          <a:prstGeom prst="roundRect">
            <a:avLst/>
          </a:prstGeom>
          <a:solidFill>
            <a:srgbClr val="DFF1FC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1874519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 dirty="0">
                <a:solidFill>
                  <a:srgbClr val="182A43"/>
                </a:solidFill>
                <a:latin typeface="Aptos"/>
              </a:rPr>
              <a:t>RSVP</a:t>
            </a:r>
            <a:endParaRPr sz="2500" b="1" i="1" dirty="0">
              <a:solidFill>
                <a:srgbClr val="182A4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43800" y="2514600"/>
            <a:ext cx="2926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>
                <a:solidFill>
                  <a:srgbClr val="2D2D2D"/>
                </a:solidFill>
                <a:latin typeface="Aptos"/>
              </a:rPr>
              <a:t>Register at the
Department Office
or scan the event QR
shown on the notice 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3492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 dirty="0">
                <a:solidFill>
                  <a:srgbClr val="EAB246"/>
                </a:solidFill>
                <a:latin typeface="Aptos"/>
              </a:rPr>
              <a:t>We look forward to seeing you!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</TotalTime>
  <Words>113</Words>
  <Application>Microsoft Office PowerPoint</Application>
  <PresentationFormat>Widescreen</PresentationFormat>
  <Paragraphs>20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Arial Black</vt:lpstr>
      <vt:lpstr>Century Gothic</vt:lpstr>
      <vt:lpstr>Vapor Trail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CSD</cp:lastModifiedBy>
  <cp:revision>4</cp:revision>
  <dcterms:created xsi:type="dcterms:W3CDTF">2013-01-27T09:14:16Z</dcterms:created>
  <dcterms:modified xsi:type="dcterms:W3CDTF">2026-08-13T09:42:21Z</dcterms:modified>
  <cp:category/>
</cp:coreProperties>
</file>