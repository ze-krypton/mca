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Hours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Study</c:v>
                </c:pt>
                <c:pt idx="1">
                  <c:v>Communication</c:v>
                </c:pt>
                <c:pt idx="2">
                  <c:v>Entertainment</c:v>
                </c:pt>
                <c:pt idx="3">
                  <c:v>Other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3.5</c:v>
                </c:pt>
                <c:pt idx="1">
                  <c:v>1.5</c:v>
                </c:pt>
                <c:pt idx="2">
                  <c:v>2.8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60F-4B27-B7B5-6461E6D5AA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Daily hours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Study</c:v>
                </c:pt>
                <c:pt idx="1">
                  <c:v>Sleep</c:v>
                </c:pt>
                <c:pt idx="2">
                  <c:v>Exercise</c:v>
                </c:pt>
                <c:pt idx="3">
                  <c:v>Leisure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</c:v>
                </c:pt>
                <c:pt idx="1">
                  <c:v>8</c:v>
                </c:pt>
                <c:pt idx="2">
                  <c:v>1</c:v>
                </c:pt>
                <c:pt idx="3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4EB-4F2E-8B88-AF483F73ECE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r"/>
      <c:overlay val="1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3627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Background, bullets, image-style graphic, transition and timing.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Graph/chart included. Transition: Wipe. Timing: 9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Table included. Transition: Split. Timing: 8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Sound placeholder and timer icon included. Hyperlink active. Transition: Fade.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Pie chart, bullets, transition and timing included.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hanacademy.org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AB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0" y="164592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182A43"/>
                </a:solidFill>
                <a:latin typeface="Aptos"/>
              </a:rPr>
              <a:t>PRESENTATION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82A43"/>
                </a:solidFill>
                <a:latin typeface="Aptos"/>
              </a:rPr>
              <a:t>Digital Wellness for Students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  <a:latin typeface="Aptos"/>
              </a:rPr>
              <a:t>Balanced technology use supports better learning</a:t>
            </a:r>
          </a:p>
        </p:txBody>
      </p:sp>
      <p:sp>
        <p:nvSpPr>
          <p:cNvPr id="6" name="Oval 5"/>
          <p:cNvSpPr/>
          <p:nvPr/>
        </p:nvSpPr>
        <p:spPr>
          <a:xfrm>
            <a:off x="8595360" y="1280160"/>
            <a:ext cx="2103120" cy="2103120"/>
          </a:xfrm>
          <a:prstGeom prst="ellipse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417320"/>
            <a:ext cx="6675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D2D2D"/>
                </a:solidFill>
                <a:latin typeface="Aptos"/>
              </a:defRPr>
            </a:pPr>
            <a:r>
              <a:t>• Plan focused study sessions</a:t>
            </a:r>
          </a:p>
          <a:p>
            <a:pPr>
              <a:spcAft>
                <a:spcPts val="1000"/>
              </a:spcAft>
              <a:defRPr sz="2000">
                <a:solidFill>
                  <a:srgbClr val="2D2D2D"/>
                </a:solidFill>
                <a:latin typeface="Aptos"/>
              </a:defRPr>
            </a:pPr>
            <a:r>
              <a:t>• Take regular screen breaks</a:t>
            </a:r>
          </a:p>
          <a:p>
            <a:pPr>
              <a:spcAft>
                <a:spcPts val="1000"/>
              </a:spcAft>
              <a:defRPr sz="2000">
                <a:solidFill>
                  <a:srgbClr val="2D2D2D"/>
                </a:solidFill>
                <a:latin typeface="Aptos"/>
              </a:defRPr>
            </a:pPr>
            <a:r>
              <a:t>• Protect sleep and attention</a:t>
            </a:r>
          </a:p>
          <a:p>
            <a:pPr>
              <a:spcAft>
                <a:spcPts val="1000"/>
              </a:spcAft>
              <a:defRPr sz="2000">
                <a:solidFill>
                  <a:srgbClr val="2D2D2D"/>
                </a:solidFill>
                <a:latin typeface="Aptos"/>
              </a:defRPr>
            </a:pPr>
            <a:r>
              <a:t>• Use technology with purpose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709160"/>
            <a:ext cx="101498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937760"/>
            <a:ext cx="9692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2D9169"/>
                </a:solidFill>
                <a:latin typeface="Aptos"/>
              </a:rPr>
              <a:t>Goal: productive, healthy and sustainable digital habits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AB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0" y="164592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182A43"/>
                </a:solidFill>
                <a:latin typeface="Aptos"/>
              </a:rPr>
              <a:t>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82A43"/>
                </a:solidFill>
                <a:latin typeface="Aptos"/>
              </a:rPr>
              <a:t>Average Daily Screen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  <a:latin typeface="Aptos"/>
              </a:rPr>
              <a:t>Example student survey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85800" y="1325880"/>
          <a:ext cx="658368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726679" y="1508760"/>
            <a:ext cx="3383280" cy="347472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92440" y="18288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82A43"/>
                </a:solidFill>
                <a:latin typeface="Aptos"/>
              </a:rPr>
              <a:t>Balance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260604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D2D2D"/>
                </a:solidFill>
                <a:latin typeface="Aptos"/>
              </a:rPr>
              <a:t>Study time should remain purposeful.
Entertainment should not crowd out sleep, exercise or relationships.</a:t>
            </a:r>
          </a:p>
        </p:txBody>
      </p:sp>
    </p:spTree>
  </p:cSld>
  <p:clrMapOvr>
    <a:masterClrMapping/>
  </p:clrMapOvr>
  <p:transition spd="med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AB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0" y="164592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182A43"/>
                </a:solidFill>
                <a:latin typeface="Aptos"/>
              </a:rPr>
              <a:t>ROUTINE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82A43"/>
                </a:solidFill>
                <a:latin typeface="Aptos"/>
              </a:rPr>
              <a:t>A Balanced Daily Routine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  <a:latin typeface="Aptos"/>
              </a:rPr>
              <a:t>Use time blocks rather than multitasking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371600"/>
          <a:ext cx="1069848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4839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Activity</a:t>
                      </a:r>
                    </a:p>
                  </a:txBody>
                  <a:tcPr marL="54864" marR="54864" marT="27432" marB="27432">
                    <a:solidFill>
                      <a:srgbClr val="182A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Suggested time</a:t>
                      </a:r>
                    </a:p>
                  </a:txBody>
                  <a:tcPr marL="54864" marR="54864" marT="27432" marB="27432">
                    <a:solidFill>
                      <a:srgbClr val="182A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Tip</a:t>
                      </a:r>
                    </a:p>
                  </a:txBody>
                  <a:tcPr marL="54864" marR="54864" marT="27432" marB="27432">
                    <a:solidFill>
                      <a:srgbClr val="18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4839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ptos"/>
                        </a:defRPr>
                      </a:pPr>
                      <a:r>
                        <a:t>Focused study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ptos"/>
                        </a:defRPr>
                      </a:pPr>
                      <a:r>
                        <a:t>2–3 hrs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ptos"/>
                        </a:defRPr>
                      </a:pPr>
                      <a:r>
                        <a:t>Phone away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4839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ptos"/>
                        </a:defRPr>
                      </a:pPr>
                      <a:r>
                        <a:t>Breaks</a:t>
                      </a:r>
                    </a:p>
                  </a:txBody>
                  <a:tcPr marL="54864" marR="54864" marT="27432" marB="27432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ptos"/>
                        </a:defRPr>
                      </a:pPr>
                      <a:r>
                        <a:t>10–15 min</a:t>
                      </a:r>
                    </a:p>
                  </a:txBody>
                  <a:tcPr marL="54864" marR="54864" marT="27432" marB="27432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ptos"/>
                        </a:defRPr>
                      </a:pPr>
                      <a:r>
                        <a:t>Move &amp; hydrate</a:t>
                      </a:r>
                    </a:p>
                  </a:txBody>
                  <a:tcPr marL="54864" marR="54864" marT="27432" marB="27432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4839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ptos"/>
                        </a:defRPr>
                      </a:pPr>
                      <a:r>
                        <a:t>Exercise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ptos"/>
                        </a:defRPr>
                      </a:pPr>
                      <a:r>
                        <a:t>30–60 min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ptos"/>
                        </a:defRPr>
                      </a:pPr>
                      <a:r>
                        <a:t>Get outdoors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4839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ptos"/>
                        </a:defRPr>
                      </a:pPr>
                      <a:r>
                        <a:t>Sleep</a:t>
                      </a:r>
                    </a:p>
                  </a:txBody>
                  <a:tcPr marL="54864" marR="54864" marT="27432" marB="27432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ptos"/>
                        </a:defRPr>
                      </a:pPr>
                      <a:r>
                        <a:t>7–9 hrs</a:t>
                      </a:r>
                    </a:p>
                  </a:txBody>
                  <a:tcPr marL="54864" marR="54864" marT="27432" marB="27432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ptos"/>
                        </a:defRPr>
                      </a:pPr>
                      <a:r>
                        <a:t>Keep a routine</a:t>
                      </a:r>
                    </a:p>
                  </a:txBody>
                  <a:tcPr marL="54864" marR="54864" marT="27432" marB="27432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484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ptos"/>
                        </a:defRPr>
                      </a:pPr>
                      <a:r>
                        <a:t>Leisure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ptos"/>
                        </a:defRPr>
                      </a:pPr>
                      <a:r>
                        <a:t>1–2 hrs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Aptos"/>
                        </a:defRPr>
                      </a:pPr>
                      <a:r>
                        <a:t>Choose mindfully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6510528"/>
            <a:ext cx="9144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sz="800" b="0" i="0" dirty="0">
              <a:solidFill>
                <a:srgbClr val="646464"/>
              </a:solidFill>
              <a:latin typeface="Aptos"/>
            </a:endParaRPr>
          </a:p>
        </p:txBody>
      </p:sp>
    </p:spTree>
  </p:cSld>
  <p:clrMapOvr>
    <a:masterClrMapping/>
  </p:clrMapOvr>
  <p:transition spd="med">
    <p:spli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AB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0" y="164592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182A43"/>
                </a:solidFill>
                <a:latin typeface="Aptos"/>
              </a:rPr>
              <a:t>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82A43"/>
                </a:solidFill>
                <a:latin typeface="Aptos"/>
              </a:rPr>
              <a:t>Practical Tools &amp; Multimedia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  <a:latin typeface="Aptos"/>
              </a:rPr>
              <a:t>Simple features that make a presentation interactive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6675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• Timer: use a visible countdown for focus sessions.</a:t>
            </a:r>
          </a:p>
          <a:p>
            <a:pPr>
              <a:spcAft>
                <a:spcPts val="10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• Sound: add a gentle chime when a session ends.</a:t>
            </a:r>
          </a:p>
          <a:p>
            <a:pPr>
              <a:spcAft>
                <a:spcPts val="10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• Animation: reveal tips one at a time.</a:t>
            </a:r>
          </a:p>
          <a:p>
            <a:pPr>
              <a:spcAft>
                <a:spcPts val="10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• Hyperlink: open a trusted study resource.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463040"/>
            <a:ext cx="3291840" cy="2926080"/>
          </a:xfrm>
          <a:prstGeom prst="roundRect">
            <a:avLst/>
          </a:prstGeom>
          <a:solidFill>
            <a:srgbClr val="DFF1FC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0" y="1874519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870BE"/>
                </a:solidFill>
                <a:latin typeface="Aptos"/>
              </a:rPr>
              <a:t>TIMER  •  SOUND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6974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182A43"/>
                </a:solidFill>
                <a:latin typeface="Aptos"/>
              </a:rPr>
              <a:t>Focus Timer</a:t>
            </a:r>
          </a:p>
        </p:txBody>
      </p:sp>
      <p:sp>
        <p:nvSpPr>
          <p:cNvPr id="10" name="TextBox 9">
            <a:hlinkClick r:id="rId3"/>
          </p:cNvPr>
          <p:cNvSpPr txBox="1"/>
          <p:nvPr/>
        </p:nvSpPr>
        <p:spPr>
          <a:xfrm>
            <a:off x="8183879" y="352044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870BE"/>
                </a:solidFill>
                <a:latin typeface="Aptos"/>
              </a:rPr>
              <a:t>Open study resource →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AB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0" y="164592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182A43"/>
                </a:solidFill>
                <a:latin typeface="Aptos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82A43"/>
                </a:solidFill>
                <a:latin typeface="Aptos"/>
              </a:rPr>
              <a:t>Digital Wellness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  <a:latin typeface="Aptos"/>
              </a:rPr>
              <a:t>Small changes add 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54864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• Set a study goal before opening apps.</a:t>
            </a:r>
          </a:p>
          <a:p>
            <a:pPr>
              <a:spcAft>
                <a:spcPts val="10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• Use notifications selectively.</a:t>
            </a:r>
          </a:p>
          <a:p>
            <a:pPr>
              <a:spcAft>
                <a:spcPts val="10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• Take movement and eye breaks.</a:t>
            </a:r>
          </a:p>
          <a:p>
            <a:pPr>
              <a:spcAft>
                <a:spcPts val="10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• Keep a consistent bedtime.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675120" y="1325880"/>
          <a:ext cx="438912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834640" y="516636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870BE"/>
                </a:solidFill>
                <a:latin typeface="Aptos"/>
              </a:rPr>
              <a:t>Thank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9144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sz="800" b="0" i="0" dirty="0">
              <a:solidFill>
                <a:srgbClr val="646464"/>
              </a:solidFill>
              <a:latin typeface="Aptos"/>
            </a:endParaRP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276</Words>
  <Application>Microsoft Office PowerPoint</Application>
  <PresentationFormat>Widescreen</PresentationFormat>
  <Paragraphs>59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Prabhu Narayan Gupta</cp:lastModifiedBy>
  <cp:revision>2</cp:revision>
  <dcterms:created xsi:type="dcterms:W3CDTF">2013-01-27T09:14:16Z</dcterms:created>
  <dcterms:modified xsi:type="dcterms:W3CDTF">2026-08-11T18:48:58Z</dcterms:modified>
  <cp:category/>
</cp:coreProperties>
</file>